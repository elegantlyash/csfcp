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6166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6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856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877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489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6531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49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6394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030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4557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1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34323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8469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0855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4533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7565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4393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11/24/2025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6355050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Artificial Intelligence (AI)</a:t>
            </a:r>
          </a:p>
        </p:txBody>
      </p:sp>
      <p:sp>
        <p:nvSpPr>
          <p:cNvPr id="3" name="Content Placeholder 2"/>
          <p:cNvSpPr>
            <a:spLocks noGrp="1"/>
          </p:cNvSpPr>
          <p:nvPr>
            <p:ph idx="1"/>
          </p:nvPr>
        </p:nvSpPr>
        <p:spPr/>
        <p:txBody>
          <a:bodyPr/>
          <a:lstStyle/>
          <a:p>
            <a:r>
              <a:rPr dirty="0"/>
              <a:t>Emerging Technologies &amp; Career Pathways</a:t>
            </a:r>
          </a:p>
          <a:p>
            <a:r>
              <a:rPr dirty="0"/>
              <a:t>Name:</a:t>
            </a:r>
            <a:r>
              <a:rPr lang="en-US" dirty="0"/>
              <a:t> Yash Vats</a:t>
            </a:r>
          </a:p>
          <a:p>
            <a:r>
              <a:rPr dirty="0"/>
              <a:t>Course: ETCCCP105</a:t>
            </a:r>
          </a:p>
          <a:p>
            <a:r>
              <a:rPr dirty="0"/>
              <a:t>Faculty: Aryan Sharma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AI</a:t>
            </a:r>
          </a:p>
        </p:txBody>
      </p:sp>
      <p:sp>
        <p:nvSpPr>
          <p:cNvPr id="3" name="Content Placeholder 2"/>
          <p:cNvSpPr>
            <a:spLocks noGrp="1"/>
          </p:cNvSpPr>
          <p:nvPr>
            <p:ph idx="1"/>
          </p:nvPr>
        </p:nvSpPr>
        <p:spPr/>
        <p:txBody>
          <a:bodyPr>
            <a:normAutofit fontScale="92500" lnSpcReduction="10000"/>
          </a:bodyPr>
          <a:lstStyle/>
          <a:p>
            <a:r>
              <a:rPr lang="en-US" dirty="0"/>
              <a:t>Artificial Intelligence (AI) is considered one of the most transformative technologies of the 21st century, capable of changing how industries operate, how decisions are made, and how humans interact with machines.</a:t>
            </a:r>
          </a:p>
          <a:p>
            <a:r>
              <a:rPr lang="en-US" dirty="0"/>
              <a:t>AI is already a part of daily life — from virtual assistants like Siri and Google Assistant to recommendation systems on YouTube, Amazon, Netflix, and social media platforms.</a:t>
            </a:r>
          </a:p>
          <a:p>
            <a:r>
              <a:rPr lang="en-US" dirty="0"/>
              <a:t>Industries use AI to automate repetitive tasks, reduce human errors, optimize processes, and increase productivity, especially in manufacturing, healthcare, and finance.</a:t>
            </a:r>
          </a:p>
          <a:p>
            <a:r>
              <a:rPr lang="en-US" dirty="0"/>
              <a:t>According to multiple industry reports, AI is expected to contribute </a:t>
            </a:r>
            <a:r>
              <a:rPr lang="en-US" b="1" dirty="0"/>
              <a:t>over $15 trillion</a:t>
            </a:r>
            <a:r>
              <a:rPr lang="en-US" dirty="0"/>
              <a:t> to the global economy by 2030, making it one of the most impactful technologies for future jobs.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Technologies</a:t>
            </a:r>
          </a:p>
        </p:txBody>
      </p:sp>
      <p:sp>
        <p:nvSpPr>
          <p:cNvPr id="3" name="Content Placeholder 2"/>
          <p:cNvSpPr>
            <a:spLocks noGrp="1"/>
          </p:cNvSpPr>
          <p:nvPr>
            <p:ph idx="1"/>
          </p:nvPr>
        </p:nvSpPr>
        <p:spPr>
          <a:xfrm>
            <a:off x="176981" y="1580050"/>
            <a:ext cx="8273687" cy="4771589"/>
          </a:xfrm>
        </p:spPr>
        <p:txBody>
          <a:bodyPr>
            <a:normAutofit/>
          </a:bodyPr>
          <a:lstStyle/>
          <a:p>
            <a:r>
              <a:rPr dirty="0"/>
              <a:t>• </a:t>
            </a:r>
            <a:r>
              <a:rPr lang="en-US" b="1" dirty="0"/>
              <a:t>Generative AI : </a:t>
            </a:r>
            <a:r>
              <a:rPr lang="en-US" dirty="0"/>
              <a:t>AI models such as GPT, Stable Diffusion, and Gemini generate new text, images, audio, and videos.</a:t>
            </a:r>
          </a:p>
          <a:p>
            <a:r>
              <a:rPr lang="en-US" b="1" dirty="0"/>
              <a:t>Large Language Models (LLMs) : </a:t>
            </a:r>
            <a:r>
              <a:rPr lang="en-US" dirty="0"/>
              <a:t>LLMs understand and produce human-like language. Used for chatbots, translation, document summarization, and virtual assistants.</a:t>
            </a:r>
          </a:p>
          <a:p>
            <a:r>
              <a:rPr lang="en-US" b="1" dirty="0"/>
              <a:t>Edge AI : </a:t>
            </a:r>
            <a:r>
              <a:rPr lang="en-US" dirty="0"/>
              <a:t>AI processing done on local devices (mobile, IoT sensors, CCTV cameras) instead of cloud. Improves speed, reduces latency, and enhances data privacy.</a:t>
            </a:r>
          </a:p>
          <a:p>
            <a:r>
              <a:rPr lang="en-US" b="1" dirty="0"/>
              <a:t>AI in Robotics : </a:t>
            </a:r>
            <a:r>
              <a:rPr lang="en-US" dirty="0"/>
              <a:t>Integration of AI with robotics for autonomous movement, object handling, mapping, and human–robot interaction.</a:t>
            </a:r>
          </a:p>
          <a:p>
            <a:endParaRPr lang="en-US" dirty="0"/>
          </a:p>
          <a:p>
            <a:endParaRPr lang="en-US" dirty="0"/>
          </a:p>
          <a:p>
            <a:endParaRPr dirty="0"/>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Indian Use Case – AI in Healthcare</a:t>
            </a:r>
          </a:p>
        </p:txBody>
      </p:sp>
      <p:sp>
        <p:nvSpPr>
          <p:cNvPr id="3" name="Content Placeholder 2"/>
          <p:cNvSpPr>
            <a:spLocks noGrp="1"/>
          </p:cNvSpPr>
          <p:nvPr>
            <p:ph idx="1"/>
          </p:nvPr>
        </p:nvSpPr>
        <p:spPr/>
        <p:txBody>
          <a:bodyPr>
            <a:normAutofit fontScale="85000" lnSpcReduction="20000"/>
          </a:bodyPr>
          <a:lstStyle/>
          <a:p>
            <a:pPr>
              <a:buFont typeface="Arial" panose="020B0604020202020204" pitchFamily="34" charset="0"/>
              <a:buChar char="•"/>
            </a:pPr>
            <a:r>
              <a:rPr lang="en-US" dirty="0">
                <a:solidFill>
                  <a:srgbClr val="FFFFFF"/>
                </a:solidFill>
                <a:effectLst/>
                <a:latin typeface="Calisto MT (Body)"/>
              </a:rPr>
              <a:t>Apollo Hospitals uses AI-based risk prediction models for early detection of diseases like cancer and heart disorders.</a:t>
            </a:r>
          </a:p>
          <a:p>
            <a:pPr>
              <a:buFont typeface="Arial" panose="020B0604020202020204" pitchFamily="34" charset="0"/>
              <a:buChar char="•"/>
            </a:pPr>
            <a:r>
              <a:rPr lang="en-US" dirty="0">
                <a:solidFill>
                  <a:srgbClr val="FFFFFF"/>
                </a:solidFill>
                <a:effectLst/>
                <a:latin typeface="Calisto MT (Body)"/>
              </a:rPr>
              <a:t>AI-powered radiology systems help in analyzing X-rays, MRIs, and CT scans with faster and more accurate results.</a:t>
            </a:r>
          </a:p>
          <a:p>
            <a:pPr>
              <a:buFont typeface="Arial" panose="020B0604020202020204" pitchFamily="34" charset="0"/>
              <a:buChar char="•"/>
            </a:pPr>
            <a:r>
              <a:rPr lang="en-US" dirty="0">
                <a:solidFill>
                  <a:srgbClr val="FFFFFF"/>
                </a:solidFill>
                <a:effectLst/>
                <a:latin typeface="Calisto MT (Body)"/>
              </a:rPr>
              <a:t>AI chatbots assist patients in scheduling appointments, checking symptoms, and accessing medical reports.</a:t>
            </a:r>
          </a:p>
          <a:p>
            <a:pPr>
              <a:buFont typeface="Arial" panose="020B0604020202020204" pitchFamily="34" charset="0"/>
              <a:buChar char="•"/>
            </a:pPr>
            <a:r>
              <a:rPr lang="en-US" dirty="0">
                <a:solidFill>
                  <a:srgbClr val="FFFFFF"/>
                </a:solidFill>
                <a:effectLst/>
                <a:latin typeface="Calisto MT (Body)"/>
              </a:rPr>
              <a:t>Machine learning algorithms help doctors create personalized treatment plans based on patient history and data.</a:t>
            </a:r>
          </a:p>
          <a:p>
            <a:pPr>
              <a:buFont typeface="Arial" panose="020B0604020202020204" pitchFamily="34" charset="0"/>
              <a:buChar char="•"/>
            </a:pPr>
            <a:r>
              <a:rPr lang="en-US" dirty="0">
                <a:solidFill>
                  <a:srgbClr val="FFFFFF"/>
                </a:solidFill>
                <a:effectLst/>
                <a:latin typeface="Calisto MT (Body)"/>
              </a:rPr>
              <a:t>AI reduces diagnosis time, improves decision-making, and supports doctors in critical care cases.</a:t>
            </a:r>
          </a:p>
          <a:p>
            <a:pPr>
              <a:buFont typeface="Arial" panose="020B0604020202020204" pitchFamily="34" charset="0"/>
              <a:buChar char="•"/>
            </a:pPr>
            <a:r>
              <a:rPr lang="en-US" dirty="0">
                <a:solidFill>
                  <a:srgbClr val="FFFFFF"/>
                </a:solidFill>
                <a:effectLst/>
                <a:latin typeface="Calisto MT (Body)"/>
              </a:rPr>
              <a:t>Apollo uses AI-driven analytics to manage hospital workflow and reduce patient waiting time.</a:t>
            </a:r>
          </a:p>
          <a:p>
            <a:pPr>
              <a:buFont typeface="Arial" panose="020B0604020202020204" pitchFamily="34" charset="0"/>
              <a:buChar char="•"/>
            </a:pPr>
            <a:r>
              <a:rPr lang="en-US" dirty="0">
                <a:solidFill>
                  <a:srgbClr val="FFFFFF"/>
                </a:solidFill>
                <a:effectLst/>
                <a:latin typeface="Calisto MT (Body)"/>
              </a:rPr>
              <a:t>Predictive analytics helps identify patients at high risk and deliver preventive healthcare</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Global Use Case – Tesla Autopilot</a:t>
            </a:r>
          </a:p>
        </p:txBody>
      </p:sp>
      <p:sp>
        <p:nvSpPr>
          <p:cNvPr id="3" name="Content Placeholder 2"/>
          <p:cNvSpPr>
            <a:spLocks noGrp="1"/>
          </p:cNvSpPr>
          <p:nvPr>
            <p:ph idx="1"/>
          </p:nvPr>
        </p:nvSpPr>
        <p:spPr>
          <a:xfrm>
            <a:off x="685346" y="1732450"/>
            <a:ext cx="7765322" cy="4599524"/>
          </a:xfrm>
        </p:spPr>
        <p:txBody>
          <a:bodyPr>
            <a:normAutofit fontScale="92500" lnSpcReduction="20000"/>
          </a:bodyPr>
          <a:lstStyle/>
          <a:p>
            <a:pPr>
              <a:buFont typeface="Arial" panose="020B0604020202020204" pitchFamily="34" charset="0"/>
              <a:buChar char="•"/>
            </a:pPr>
            <a:r>
              <a:rPr lang="en-US" sz="1600" dirty="0">
                <a:solidFill>
                  <a:srgbClr val="FFFFFF"/>
                </a:solidFill>
                <a:effectLst/>
                <a:latin typeface="Calisto MT (Body)"/>
              </a:rPr>
              <a:t>Tesla uses AI-driven deep learning models to enable self-driving features in its vehicles.</a:t>
            </a:r>
          </a:p>
          <a:p>
            <a:pPr>
              <a:buFont typeface="Arial" panose="020B0604020202020204" pitchFamily="34" charset="0"/>
              <a:buChar char="•"/>
            </a:pPr>
            <a:r>
              <a:rPr lang="en-US" sz="1600" dirty="0">
                <a:solidFill>
                  <a:srgbClr val="FFFFFF"/>
                </a:solidFill>
                <a:effectLst/>
                <a:latin typeface="Calisto MT (Body)"/>
              </a:rPr>
              <a:t>The Autopilot system analyzes live camera feeds using advanced neural networks for lane detection, traffic signals, and obstacle recognition.</a:t>
            </a:r>
          </a:p>
          <a:p>
            <a:pPr>
              <a:buFont typeface="Arial" panose="020B0604020202020204" pitchFamily="34" charset="0"/>
              <a:buChar char="•"/>
            </a:pPr>
            <a:r>
              <a:rPr lang="en-US" sz="1600" dirty="0">
                <a:solidFill>
                  <a:srgbClr val="FFFFFF"/>
                </a:solidFill>
                <a:effectLst/>
                <a:latin typeface="Calisto MT (Body)"/>
              </a:rPr>
              <a:t>AI processes sensor data from cameras, radar, and ultrasonic sensors to understand the vehicle’s surroundings in real time.</a:t>
            </a:r>
          </a:p>
          <a:p>
            <a:pPr>
              <a:buFont typeface="Arial" panose="020B0604020202020204" pitchFamily="34" charset="0"/>
              <a:buChar char="•"/>
            </a:pPr>
            <a:r>
              <a:rPr lang="en-US" sz="1600" dirty="0">
                <a:solidFill>
                  <a:srgbClr val="FFFFFF"/>
                </a:solidFill>
                <a:effectLst/>
                <a:latin typeface="Calisto MT (Body)"/>
              </a:rPr>
              <a:t>The system uses computer vision for object detection, pedestrian awareness, and collision avoidance.</a:t>
            </a:r>
          </a:p>
          <a:p>
            <a:pPr>
              <a:buFont typeface="Arial" panose="020B0604020202020204" pitchFamily="34" charset="0"/>
              <a:buChar char="•"/>
            </a:pPr>
            <a:r>
              <a:rPr lang="en-US" sz="1600" dirty="0">
                <a:solidFill>
                  <a:srgbClr val="FFFFFF"/>
                </a:solidFill>
                <a:effectLst/>
                <a:latin typeface="Calisto MT (Body)"/>
              </a:rPr>
              <a:t>Tesla cars continuously collect data from millions of drivers, helping the AI model learn and improve its accuracy with every software update.</a:t>
            </a:r>
          </a:p>
          <a:p>
            <a:pPr>
              <a:buFont typeface="Arial" panose="020B0604020202020204" pitchFamily="34" charset="0"/>
              <a:buChar char="•"/>
            </a:pPr>
            <a:r>
              <a:rPr lang="en-US" sz="1600" dirty="0">
                <a:solidFill>
                  <a:srgbClr val="FFFFFF"/>
                </a:solidFill>
                <a:effectLst/>
                <a:latin typeface="Calisto MT (Body)"/>
              </a:rPr>
              <a:t>Reinforcement learning enables Tesla’s AI to make driving decisions such as accelerating, braking, overtaking, and lane changing.</a:t>
            </a:r>
          </a:p>
          <a:p>
            <a:pPr>
              <a:buFont typeface="Arial" panose="020B0604020202020204" pitchFamily="34" charset="0"/>
              <a:buChar char="•"/>
            </a:pPr>
            <a:r>
              <a:rPr lang="en-US" sz="1600" dirty="0">
                <a:solidFill>
                  <a:srgbClr val="FFFFFF"/>
                </a:solidFill>
                <a:effectLst/>
                <a:latin typeface="Calisto MT (Body)"/>
              </a:rPr>
              <a:t>Tesla’s “Full Self-Driving” (FSD) system combines AI mapping, route prediction, and environment modeling to navigate complex roads.</a:t>
            </a:r>
          </a:p>
          <a:p>
            <a:pPr>
              <a:buFont typeface="Arial" panose="020B0604020202020204" pitchFamily="34" charset="0"/>
              <a:buChar char="•"/>
            </a:pPr>
            <a:r>
              <a:rPr lang="en-US" sz="1600" dirty="0">
                <a:solidFill>
                  <a:srgbClr val="FFFFFF"/>
                </a:solidFill>
                <a:effectLst/>
                <a:latin typeface="Calisto MT (Body)"/>
              </a:rPr>
              <a:t>Over-the-air (OTA) AI updates allow Tesla to upgrade car performance without requiring physical modifications.</a:t>
            </a:r>
          </a:p>
          <a:p>
            <a:pPr>
              <a:buFont typeface="Arial" panose="020B0604020202020204" pitchFamily="34" charset="0"/>
              <a:buChar char="•"/>
            </a:pPr>
            <a:r>
              <a:rPr lang="en-US" sz="1600" dirty="0">
                <a:solidFill>
                  <a:srgbClr val="FFFFFF"/>
                </a:solidFill>
                <a:effectLst/>
                <a:latin typeface="Calisto MT (Body)"/>
              </a:rPr>
              <a:t>Tesla’s global fleet data gives it a massive advantage in training highly accurate and safe AI driving models.</a:t>
            </a:r>
          </a:p>
          <a:p>
            <a:endParaRP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Career Opportunities</a:t>
            </a:r>
          </a:p>
        </p:txBody>
      </p:sp>
      <p:sp>
        <p:nvSpPr>
          <p:cNvPr id="3" name="Content Placeholder 2"/>
          <p:cNvSpPr>
            <a:spLocks noGrp="1"/>
          </p:cNvSpPr>
          <p:nvPr>
            <p:ph idx="1"/>
          </p:nvPr>
        </p:nvSpPr>
        <p:spPr/>
        <p:txBody>
          <a:bodyPr/>
          <a:lstStyle/>
          <a:p>
            <a:r>
              <a:rPr dirty="0"/>
              <a:t>• AI Engineer</a:t>
            </a:r>
          </a:p>
          <a:p>
            <a:r>
              <a:rPr dirty="0"/>
              <a:t>• ML Engineer</a:t>
            </a:r>
          </a:p>
          <a:p>
            <a:r>
              <a:rPr dirty="0"/>
              <a:t>• Data Scientist</a:t>
            </a:r>
          </a:p>
          <a:p>
            <a:r>
              <a:rPr dirty="0"/>
              <a:t>• NLP Engineer</a:t>
            </a:r>
          </a:p>
          <a:p>
            <a:r>
              <a:rPr dirty="0"/>
              <a:t>• Robotics Engineer</a:t>
            </a:r>
          </a:p>
          <a:p>
            <a:r>
              <a:rPr dirty="0"/>
              <a:t>Skills: Python, ML Algorithms, Data Analysis, Neural Networks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Platforms</a:t>
            </a:r>
          </a:p>
        </p:txBody>
      </p:sp>
      <p:sp>
        <p:nvSpPr>
          <p:cNvPr id="3" name="Content Placeholder 2"/>
          <p:cNvSpPr>
            <a:spLocks noGrp="1"/>
          </p:cNvSpPr>
          <p:nvPr>
            <p:ph idx="1"/>
          </p:nvPr>
        </p:nvSpPr>
        <p:spPr/>
        <p:txBody>
          <a:bodyPr/>
          <a:lstStyle/>
          <a:p>
            <a:r>
              <a:t>• Python, R</a:t>
            </a:r>
          </a:p>
          <a:p>
            <a:r>
              <a:t>• TensorFlow, PyTorch, OpenCV</a:t>
            </a:r>
          </a:p>
          <a:p>
            <a:r>
              <a:t>• AWS AI, Azure AI, Google Cloud 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fontScale="85000" lnSpcReduction="10000"/>
          </a:bodyPr>
          <a:lstStyle/>
          <a:p>
            <a:r>
              <a:rPr lang="en-US" dirty="0"/>
              <a:t>Artificial Intelligence has emerged as one of the most influential technologies of the modern world, transforming industries and redefining how humans interact with digital systems. Through this assignment, it becomes clear that AI is not limited to automation but acts as a foundation for innovation in healthcare, transportation, finance, education, and countless other sectors. Both Indian and global use cases show how AI is improving decision-making, increasing efficiency, and enabling completely new possibilities such as autonomous driving and intelligent diagnostics.</a:t>
            </a:r>
          </a:p>
          <a:p>
            <a:r>
              <a:rPr lang="en-US" dirty="0"/>
              <a:t>The study of AI also highlights the tremendous career opportunities it offers, ranging from machine learning engineering to data science and robotics. As the demand for AI professionals continues to rise, developing strong technical skills, analytical thinking, and practical project experience will be essential for future engineers. Overall, AI represents a field with immense potential for growth, societal impact, and long-term career development, making it an ideal domain for students and innovators who want to contribute to the next generation of intelligent technologies.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8</TotalTime>
  <Words>808</Words>
  <Application>Microsoft Office PowerPoint</Application>
  <PresentationFormat>On-screen Show (4:3)</PresentationFormat>
  <Paragraphs>49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Calisto MT</vt:lpstr>
      <vt:lpstr>Calisto MT (Body)</vt:lpstr>
      <vt:lpstr>Wingdings 2</vt:lpstr>
      <vt:lpstr>Slate</vt:lpstr>
      <vt:lpstr>Artificial Intelligence (AI)</vt:lpstr>
      <vt:lpstr>Introduction to AI</vt:lpstr>
      <vt:lpstr>Key Technologies</vt:lpstr>
      <vt:lpstr>Indian Use Case – AI in Healthcare</vt:lpstr>
      <vt:lpstr>Global Use Case – Tesla Autopilot</vt:lpstr>
      <vt:lpstr>Career Opportunities</vt:lpstr>
      <vt:lpstr>Tools &amp; Platforms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 Vats</cp:lastModifiedBy>
  <cp:revision>2</cp:revision>
  <dcterms:created xsi:type="dcterms:W3CDTF">2013-01-27T09:14:16Z</dcterms:created>
  <dcterms:modified xsi:type="dcterms:W3CDTF">2025-11-24T14:12:21Z</dcterms:modified>
  <cp:category/>
</cp:coreProperties>
</file>